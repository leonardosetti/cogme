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ap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governanc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macrofase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metricas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tack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Arial Black</vt:lpstr>
      <vt:lpstr>Microsoft YaHei</vt:lpstr>
      <vt:lpstr>方正黑体_GBK</vt:lpstr>
      <vt:lpstr>SimSun</vt:lpstr>
      <vt:lpstr>方正书宋_GBK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</dc:creator>
  <cp:lastModifiedBy>leonardo</cp:lastModifiedBy>
  <cp:revision>7</cp:revision>
  <dcterms:created xsi:type="dcterms:W3CDTF">2026-09-22T04:24:42Z</dcterms:created>
  <dcterms:modified xsi:type="dcterms:W3CDTF">2026-09-22T04:24:42Z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